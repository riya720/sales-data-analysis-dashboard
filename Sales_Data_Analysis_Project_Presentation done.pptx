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95" r:id="rId9"/>
    <p:sldId id="296" r:id="rId10"/>
    <p:sldId id="297" r:id="rId11"/>
    <p:sldId id="298" r:id="rId12"/>
    <p:sldId id="293" r:id="rId13"/>
    <p:sldId id="288" r:id="rId14"/>
    <p:sldId id="289" r:id="rId15"/>
    <p:sldId id="273" r:id="rId16"/>
    <p:sldId id="299" r:id="rId17"/>
    <p:sldId id="28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7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13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18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7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0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4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5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9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6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2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7780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88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46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45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99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8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896" y="0"/>
            <a:ext cx="368410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808" y="1670538"/>
            <a:ext cx="5243402" cy="1213339"/>
          </a:xfrm>
        </p:spPr>
        <p:txBody>
          <a:bodyPr>
            <a:normAutofit/>
          </a:bodyPr>
          <a:lstStyle/>
          <a:p>
            <a:r>
              <a:rPr sz="4000" dirty="0"/>
              <a:t>Sales Data Analysis &amp;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0513" y="3886200"/>
            <a:ext cx="5002696" cy="1752600"/>
          </a:xfrm>
        </p:spPr>
        <p:txBody>
          <a:bodyPr/>
          <a:lstStyle/>
          <a:p>
            <a:r>
              <a:rPr smtClean="0"/>
              <a:t>Project </a:t>
            </a:r>
            <a:r>
              <a:rPr dirty="0"/>
              <a:t>Presentation</a:t>
            </a:r>
          </a:p>
          <a:p>
            <a:r>
              <a:rPr lang="en-US" dirty="0" smtClean="0"/>
              <a:t>Riya Kumari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Data Analytics</a:t>
            </a:r>
            <a:r>
              <a:rPr dirty="0" smtClean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79912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59905" y="1417638"/>
            <a:ext cx="802419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Many companies have huge amounts of sales data but don't use it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Difficulty in Tracking: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Managers find it hard to check the overall sales performance in one easy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Goal: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 needed to create a simple, clear dashboard to track sales and help managers make better, faster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960967"/>
          </a:xfrm>
        </p:spPr>
        <p:txBody>
          <a:bodyPr/>
          <a:lstStyle/>
          <a:p>
            <a:r>
              <a:rPr lang="en-US" dirty="0" smtClean="0"/>
              <a:t>Project </a:t>
            </a:r>
            <a:r>
              <a:rPr dirty="0" smtClean="0"/>
              <a:t>Objectives</a:t>
            </a:r>
            <a:endParaRPr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579485"/>
            <a:ext cx="8229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My project involved several key 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Collect and Clean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sales data to remove errors and duplicates.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Analyze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data and calculate important statistics (like totals and percentages).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Create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different charts and graphs to easily study sales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Design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 interactive dashboard to display all results clearly.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Suggest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useful recommendations for improving sales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7053"/>
            <a:ext cx="8229600" cy="947493"/>
          </a:xfrm>
        </p:spPr>
        <p:txBody>
          <a:bodyPr/>
          <a:lstStyle/>
          <a:p>
            <a:r>
              <a:rPr lang="en-US" dirty="0" smtClean="0"/>
              <a:t>Raw Data Structure</a:t>
            </a:r>
            <a:endParaRPr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424276"/>
            <a:ext cx="82296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analysis was based on a large dataset of company sales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Source: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Company sales records (Excel).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Volume: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More than 90,000 rows of sales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Columns: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Order ID, Order Date, Customer ID, Region, Category, Sub-Category, Product Name,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Quantity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Discount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Profit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-198" r="37947" b="72445"/>
          <a:stretch/>
        </p:blipFill>
        <p:spPr>
          <a:xfrm>
            <a:off x="163770" y="4488939"/>
            <a:ext cx="8901100" cy="1537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1801"/>
          </a:xfrm>
        </p:spPr>
        <p:txBody>
          <a:bodyPr/>
          <a:lstStyle/>
          <a:p>
            <a:r>
              <a:rPr dirty="0"/>
              <a:t>Data </a:t>
            </a:r>
            <a:r>
              <a:rPr dirty="0" smtClean="0"/>
              <a:t>Cleaning</a:t>
            </a:r>
            <a:r>
              <a:rPr lang="en-US" dirty="0" smtClean="0"/>
              <a:t> &amp; Preparation</a:t>
            </a:r>
            <a:endParaRPr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173970"/>
            <a:ext cx="82296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critical step was ensuring data quality and readiness in Excel.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Cleaning: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Removed missing or incorrect values.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Deleted duplicate records.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Corrected spelling and formatting inconsistencies.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Preparation: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Added new time-based columns for analysis: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Year: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=YEAR([Order Date])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=TEXT([Order Date],”mmm”)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DAY([Order Date])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Formatted the new columns for visibility.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cap="none" dirty="0"/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820" t="7628"/>
          <a:stretch/>
        </p:blipFill>
        <p:spPr>
          <a:xfrm>
            <a:off x="6531709" y="3481754"/>
            <a:ext cx="2155091" cy="3181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07502"/>
            <a:ext cx="7773338" cy="902551"/>
          </a:xfrm>
        </p:spPr>
        <p:txBody>
          <a:bodyPr/>
          <a:lstStyle/>
          <a:p>
            <a:r>
              <a:rPr lang="en-US" dirty="0"/>
              <a:t>Creating Pivot Tables and Metrics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831859"/>
            <a:ext cx="82296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 created over 10 Pivot Tables to summarize the data: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Pivot Table Focus Areas:</a:t>
            </a:r>
            <a:r>
              <a:rPr lang="en-US" sz="2400" dirty="0"/>
              <a:t> Monthly Sales &amp; Profit, Quantity by Category, Sales by Segment, Region, City, and Top 10 Products.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Performance Indicators (KPIs):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Total Sales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Total Profit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(Total Margin)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Margin %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(calculated as Total Margin</a:t>
            </a:r>
            <a:r>
              <a:rPr kumimoji="0" lang="en-US" altLang="en-US" sz="24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/ Sum of Sales)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smtClean="0"/>
              <a:t>Formula Used: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 used the GETPIVOTDATA function to link these KPIs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directly to the Pivot Tables for automatic updates.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799120"/>
          </a:xfrm>
        </p:spPr>
        <p:txBody>
          <a:bodyPr/>
          <a:lstStyle/>
          <a:p>
            <a:r>
              <a:rPr lang="en-US" dirty="0" smtClean="0"/>
              <a:t>Dashboard Design &amp; Key Metrics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30969" y="1417639"/>
            <a:ext cx="82820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 designed the dashboard using Excel shapes and alignment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consistent font (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Calibri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and clear color highlights were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KPIs are presented in clean, rounded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rectangles with icons.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cap="none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cap="none" baseline="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cap="none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4475162"/>
            <a:ext cx="8255832" cy="1222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489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Regional Sales Performance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94360" y="1086410"/>
            <a:ext cx="8229600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 by Region (Combo Chart):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This chart shows sales totals (bars) and their percentage share (line).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Best Region: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West, with the highest sales ($725,458) and a 32% share.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Best: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East (30% share).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Lowest Region: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South (17% share).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 by City (Bar Chart):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Highest Sales: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New York (256,368 units).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Lowest Sales: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Springfield, Jacksonville, San Diego, and Chicago.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36531"/>
            <a:ext cx="3323493" cy="15033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254" y="4342526"/>
            <a:ext cx="2176948" cy="25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7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4400"/>
          </a:xfrm>
        </p:spPr>
        <p:txBody>
          <a:bodyPr/>
          <a:lstStyle/>
          <a:p>
            <a:r>
              <a:rPr lang="en-US" dirty="0"/>
              <a:t>Monthly and Daily Sales Trends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6332" y="1181128"/>
            <a:ext cx="8229599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Monthly Sales (Column Chart):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Peak Sales Months: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November (349K) and December (332K), suggesting strong end-of-year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Lowest Sales Month: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February (60K).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Mid-year sales are steady (142K–160K).</a:t>
            </a: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Daily Sales (Line Chart):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Shows sales fluctuations each day of the month with clear peaks and drops.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quickly identify high and low sales days for operational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745" y="2013438"/>
            <a:ext cx="3635055" cy="16705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031" t="1822" b="-1"/>
          <a:stretch/>
        </p:blipFill>
        <p:spPr>
          <a:xfrm>
            <a:off x="2584938" y="4879730"/>
            <a:ext cx="4132385" cy="171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3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353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Category Performance (Sales vs. Quantity)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27538" y="1449319"/>
            <a:ext cx="8229601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 Category % (Donut Chart):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Shows revenue share by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Highest Revenue: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Technology (37%).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Furniture (32%) and Office Supplies (31%) are closely ranked.</a:t>
            </a:r>
            <a:endParaRPr lang="en-US" altLang="en-US" sz="2000" b="1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Quantity by Category % (Waterfall Chart):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Shows volume share.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Highest Quantity: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Office Supplies (60.48%).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contrast highlights that while Office Supplies sell the most units, Technology generates the highest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cap="non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173" t="853" r="794" b="2693"/>
          <a:stretch/>
        </p:blipFill>
        <p:spPr>
          <a:xfrm>
            <a:off x="835269" y="4139112"/>
            <a:ext cx="2778369" cy="22001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18" t="2190" r="1" b="1103"/>
          <a:stretch/>
        </p:blipFill>
        <p:spPr>
          <a:xfrm>
            <a:off x="4255477" y="4156081"/>
            <a:ext cx="3631223" cy="19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82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6477"/>
          </a:xfrm>
        </p:spPr>
        <p:txBody>
          <a:bodyPr>
            <a:normAutofit fontScale="90000"/>
          </a:bodyPr>
          <a:lstStyle/>
          <a:p>
            <a:r>
              <a:rPr lang="en-US" dirty="0"/>
              <a:t>Top Products and Customer Segments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53916" y="1204628"/>
            <a:ext cx="8229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Top 10 Product Sales (Bar Chart):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Best Sellers: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Phones ($330,007) and Chairs ($328,449).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Storage, Tables, and Binders also performed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Appliances and Bookcases had the lowest sales in this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369" y="2963008"/>
            <a:ext cx="2672862" cy="313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3097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Customer Segments &amp; Shipment Analysis</a:t>
            </a:r>
            <a:endParaRPr lang="en-US" sz="36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220928"/>
            <a:ext cx="8229599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Sales by Segment % (Radar Chart):</a:t>
            </a:r>
            <a:r>
              <a:rPr lang="en-US" altLang="en-US" dirty="0"/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Dominant Segment:</a:t>
            </a:r>
            <a:r>
              <a:rPr lang="en-US" altLang="en-US" dirty="0"/>
              <a:t> Consumer (51%).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Corporate (31%) and Home Office (19%) follow</a:t>
            </a:r>
            <a:r>
              <a:rPr lang="en-US" altLang="en-US" dirty="0" smtClean="0"/>
              <a:t>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Ship Mode Percentage (Bar Chart):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Most Used: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Standard Class (59%).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Class (20%) and First Class (15%).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Least Used: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Same Day (6%).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insight helps compare customer shipping preferences and analyze the cost-effectiveness of different shipping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16" y="4645736"/>
            <a:ext cx="3217984" cy="18957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342" t="1512" r="1342" b="1629"/>
          <a:stretch/>
        </p:blipFill>
        <p:spPr>
          <a:xfrm>
            <a:off x="558311" y="4645736"/>
            <a:ext cx="2835520" cy="189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9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2527"/>
          </a:xfrm>
        </p:spPr>
        <p:txBody>
          <a:bodyPr>
            <a:normAutofit/>
          </a:bodyPr>
          <a:lstStyle/>
          <a:p>
            <a:r>
              <a:rPr lang="en-US" dirty="0" smtClean="0"/>
              <a:t>Interactive Features (Slicers)</a:t>
            </a:r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299094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 added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Slicers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make the dashboard fully interactive.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Slicers allow users to filter data instantly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(Central, East, South, West).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Year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(2020–2023).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(Jan to Dec).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Benefit: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Slicers are connected to all Pivot Tables and charts, allowing for quick, smart decision-making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31" y="4132092"/>
            <a:ext cx="1213209" cy="19958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470" y="4132092"/>
            <a:ext cx="1219306" cy="199585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306" y="4132092"/>
            <a:ext cx="1231499" cy="2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6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7685"/>
          </a:xfrm>
        </p:spPr>
        <p:txBody>
          <a:bodyPr>
            <a:normAutofit/>
          </a:bodyPr>
          <a:lstStyle/>
          <a:p>
            <a:r>
              <a:rPr lang="en-US" dirty="0" smtClean="0"/>
              <a:t>Final Dashboard Demonstration</a:t>
            </a:r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099930"/>
            <a:ext cx="8267699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is the final, complete Sales Analysis Dashboard. It clearly shows: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main KPIs right at the 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slicers on the left for easy filtering.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Nine different charts summarizing performance by region, product, time, and shipping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It's a reliable, user-friendly tool that helps a retail business with reporting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9600" y="1630882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305097"/>
            <a:ext cx="8267699" cy="355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59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442673"/>
            <a:ext cx="7773338" cy="613174"/>
          </a:xfrm>
        </p:spPr>
        <p:txBody>
          <a:bodyPr>
            <a:normAutofit/>
          </a:bodyPr>
          <a:lstStyle/>
          <a:p>
            <a:r>
              <a:rPr lang="en-US" dirty="0" smtClean="0"/>
              <a:t>Key Recommendations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1" y="1231692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Based on the dashboard insights, I recommend the business should: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Focus on Top-Performing Areas: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Increase marketing and resources in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West Region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cities like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New York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Promote Best-Sellers: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Ensure high stock and aggressively promote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Phones and Chairs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increase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Optimize Shipping: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Analyze why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Standard Class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is so dominant and look for ways to improve performance or reduce cost for other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Target Low Segments: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Create specific marketing plans for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Home Office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segment (the lowest performing).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Maintain the Dashboard: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Keep the tool updated regularly for accurate, real-time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70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086" y="351692"/>
            <a:ext cx="7696474" cy="71217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457200" y="1288950"/>
            <a:ext cx="82296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Excel Sales Dashboard successfully delivers on its objectives.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Clarity: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It simplifies large sales data into easy-to-understand visuals and key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Interactivity: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use of slicers enables quick, smart, and data-driven decision-making for managers.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b="1" dirty="0"/>
              <a:t>Skill Demonstration:</a:t>
            </a:r>
            <a:r>
              <a:rPr lang="en-US" sz="2800" dirty="0"/>
              <a:t> This project showcases strong foundational skills in data analysis, Excel visualization, and business reporting.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361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3957" y="2729551"/>
            <a:ext cx="62233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/>
              <a:t>THANK YOU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5871780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1264</TotalTime>
  <Words>1082</Words>
  <Application>Microsoft Office PowerPoint</Application>
  <PresentationFormat>On-screen Show (4:3)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Tw Cen MT</vt:lpstr>
      <vt:lpstr>Wingdings</vt:lpstr>
      <vt:lpstr>Droplet</vt:lpstr>
      <vt:lpstr>Sales Data Analysis &amp; Dashboard</vt:lpstr>
      <vt:lpstr>Problem Statement</vt:lpstr>
      <vt:lpstr>Project Objectives</vt:lpstr>
      <vt:lpstr>Raw Data Structure</vt:lpstr>
      <vt:lpstr>Data Cleaning &amp; Preparation</vt:lpstr>
      <vt:lpstr>Creating Pivot Tables and Metrics </vt:lpstr>
      <vt:lpstr>Dashboard Design &amp; Key Metrics</vt:lpstr>
      <vt:lpstr>Regional Sales Performance</vt:lpstr>
      <vt:lpstr>Monthly and Daily Sales Trends</vt:lpstr>
      <vt:lpstr>Category Performance (Sales vs. Quantity)</vt:lpstr>
      <vt:lpstr>Top Products and Customer Segments</vt:lpstr>
      <vt:lpstr>Customer Segments &amp; Shipment Analysis</vt:lpstr>
      <vt:lpstr>Interactive Features (Slicers)</vt:lpstr>
      <vt:lpstr>Final Dashboard Demonstration</vt:lpstr>
      <vt:lpstr>Key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&amp; Dashboard</dc:title>
  <dc:subject/>
  <dc:creator>Riya Kumari</dc:creator>
  <cp:keywords/>
  <dc:description>generated using python-pptx</dc:description>
  <cp:lastModifiedBy>hp</cp:lastModifiedBy>
  <cp:revision>61</cp:revision>
  <dcterms:created xsi:type="dcterms:W3CDTF">2013-01-27T09:14:16Z</dcterms:created>
  <dcterms:modified xsi:type="dcterms:W3CDTF">2025-12-08T19:04:41Z</dcterms:modified>
  <cp:category/>
</cp:coreProperties>
</file>